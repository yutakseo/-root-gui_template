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FF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Objects="1">
      <p:cViewPr varScale="1">
        <p:scale>
          <a:sx n="104" d="100"/>
          <a:sy n="104" d="100"/>
        </p:scale>
        <p:origin x="14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5CE0A-CC38-FB85-7132-2B4C7F20B1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C64947E-AFE1-1BDA-F9C0-574A0765F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398A80-946B-1F7A-5A58-440EED5BC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BD1-B073-4058-8581-8786F7F0FDCD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EEBAE9-F102-B7D2-0A2B-FB9D0703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620F4C-1CC4-810A-930A-CDF247D08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7911-8039-4BE8-8420-F1AF61A71F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98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65FC05-65C2-5099-C7A2-5CCE05DE1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0D75D5-0F33-8DAE-402A-DAD6176ED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10AEEC-85B4-5C48-A1C0-022D125B6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BD1-B073-4058-8581-8786F7F0FDCD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9BEF7-1382-5157-AA1A-8317E816C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DA8A47-D1FD-6E5C-28D6-D9D09B2B2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7911-8039-4BE8-8420-F1AF61A71F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989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0DE14-2BC4-17CF-B7E7-580C04B78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C3D7C5-BAB6-F65F-BB26-FE16809AC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F07FF6-00F5-047F-A776-6140F6E46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BD1-B073-4058-8581-8786F7F0FDCD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71D98C-A724-0D64-D592-17C6F3D2B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5C5AAF-42E7-FDDC-B6FD-026FCFCD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7911-8039-4BE8-8420-F1AF61A71F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639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52D2A8-9559-80A6-F7FE-99793F337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6D6ABE-3987-ABE5-9494-6861BA46D5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1BD1C9-58F9-391C-0BDB-8534E6E12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3A44C0-AE4C-C81C-63B1-2E867750B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BD1-B073-4058-8581-8786F7F0FDCD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B437DA-D853-DF97-E4E8-FE5061432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BE7159-D1E7-15A0-24CA-7435E970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7911-8039-4BE8-8420-F1AF61A71F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768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EAF67-654B-128E-DE57-0E2CE5D64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BE0C37-9302-8D4F-F0A4-799E50955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BCAF17-80DF-AEE1-D39D-C0DC6C241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F13BA3-C288-98BD-7065-79287D661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041AED-06C5-AEC5-FCA9-ED22AE0FD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E6DBE92-A204-85A1-FD2A-BCE86A3E7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BD1-B073-4058-8581-8786F7F0FDCD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408B254-E0BF-37F2-CA55-D6E43C4F1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3D931E-1A12-2397-F8BB-B8D222CC6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7911-8039-4BE8-8420-F1AF61A71F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380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B422FA-819E-59C0-87EC-8684EEB0E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1598A9-9ADC-9451-3007-ADFA5709C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BD1-B073-4058-8581-8786F7F0FDCD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19C78A5-DFDD-731B-0492-D99E0EB79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7C0859-484D-A899-9934-627F769F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7911-8039-4BE8-8420-F1AF61A71F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310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E38F251-F612-0880-7C0F-2D2E3A04A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BD1-B073-4058-8581-8786F7F0FDCD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7ADD33C-806B-D4EF-DCA0-356DBACF9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0C39BB-6006-FEEA-8E7B-307599E55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7911-8039-4BE8-8420-F1AF61A71F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929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76106-16A3-D72F-293F-D40587570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6BB222-3C92-0876-D6F2-FFF41ED8F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4EB689-6EA4-D93E-6BA5-27BD6E8F7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6D144D-18C3-F676-3AED-F7D2F1C32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BD1-B073-4058-8581-8786F7F0FDCD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9AFFE2-28C6-E1EF-FFA6-5D85DD61D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64ED30-B705-0B71-AEF0-918B89209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7911-8039-4BE8-8420-F1AF61A71F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965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7C4BC-5785-A845-4D3B-EAF7C8D34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9A36ABA-B872-183A-C1EF-3430AD3BF26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4F0CD0-60C8-4701-F335-2444AAA87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363035-133B-4457-B490-B81E50099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BD1-B073-4058-8581-8786F7F0FDCD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5A8A85F-5CA7-3032-DDAC-07FE2EF6A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97ED41-8030-6DFD-D9A5-7FFFC233F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7911-8039-4BE8-8420-F1AF61A71F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84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DDBF46-8D8C-5E46-CB22-CF9E435AF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73F887-8F63-4002-D905-076AC6FCF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055CF4-82E8-E9A0-0520-07B14EB8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BD1-B073-4058-8581-8786F7F0FDCD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A8DCB4-DF70-A1FA-A169-EAB938E36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A9D30C-1D77-2C6F-832D-3D4A751EF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7911-8039-4BE8-8420-F1AF61A71F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361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65392A8-FEA4-98F5-EF4A-D4182469E1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A4F66B-1E1B-BA56-0E4D-A64E3EEA5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F18B7C-1EDD-41C9-834B-084AC0FFC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E2BD1-B073-4058-8581-8786F7F0FDCD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174552-FC5B-8576-2425-4E8F67A9D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39A9C-A1A2-0E09-7358-682780302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B7911-8039-4BE8-8420-F1AF61A71F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293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D542743-AE1D-CF31-C5F6-EC26A1EA9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7167C2-83A3-244A-B460-A9A4494CD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AF9C8D-C704-CFF8-5131-40A1C79E55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9E2BD1-B073-4058-8581-8786F7F0FDCD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248889-5899-FA83-E81C-0051FFD5E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3FDAB1-AAD7-71DA-1F93-D8521CD48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1B7911-8039-4BE8-8420-F1AF61A71F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5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CA8E56C-57CC-6158-A329-0C51FFAEEF83}"/>
              </a:ext>
            </a:extLst>
          </p:cNvPr>
          <p:cNvSpPr/>
          <p:nvPr/>
        </p:nvSpPr>
        <p:spPr>
          <a:xfrm>
            <a:off x="263352" y="332656"/>
            <a:ext cx="2192052" cy="2808312"/>
          </a:xfrm>
          <a:prstGeom prst="roundRect">
            <a:avLst>
              <a:gd name="adj" fmla="val 488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214A688-1849-85E8-8FAE-81CDEA02704D}"/>
              </a:ext>
            </a:extLst>
          </p:cNvPr>
          <p:cNvSpPr/>
          <p:nvPr/>
        </p:nvSpPr>
        <p:spPr>
          <a:xfrm>
            <a:off x="2567608" y="332656"/>
            <a:ext cx="6728556" cy="6192688"/>
          </a:xfrm>
          <a:prstGeom prst="roundRect">
            <a:avLst>
              <a:gd name="adj" fmla="val 159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B0C956A-BA71-2B3B-AAE2-E57A889FDA24}"/>
              </a:ext>
            </a:extLst>
          </p:cNvPr>
          <p:cNvSpPr/>
          <p:nvPr/>
        </p:nvSpPr>
        <p:spPr>
          <a:xfrm>
            <a:off x="9408368" y="332656"/>
            <a:ext cx="2592288" cy="6192688"/>
          </a:xfrm>
          <a:prstGeom prst="roundRect">
            <a:avLst>
              <a:gd name="adj" fmla="val 488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485D6BD-8833-C726-26D9-83C3EBDA0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574" y="620688"/>
            <a:ext cx="5616624" cy="561662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851F8D1-8027-CC99-677B-6D7030AA2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97" y="722931"/>
            <a:ext cx="2027762" cy="2027762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85F7C77-6D7C-17C9-82A0-1ED7935F6918}"/>
              </a:ext>
            </a:extLst>
          </p:cNvPr>
          <p:cNvSpPr/>
          <p:nvPr/>
        </p:nvSpPr>
        <p:spPr>
          <a:xfrm>
            <a:off x="9589229" y="548680"/>
            <a:ext cx="2246791" cy="1008112"/>
          </a:xfrm>
          <a:prstGeom prst="roundRect">
            <a:avLst>
              <a:gd name="adj" fmla="val 4880"/>
            </a:avLst>
          </a:prstGeom>
          <a:solidFill>
            <a:srgbClr val="FFFFCC"/>
          </a:solidFill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포인트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</a:t>
            </a:r>
          </a:p>
          <a:p>
            <a:pPr algn="just"/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함침율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97.31%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7238E7A-4A9C-46C6-BFE7-30A772F0F937}"/>
              </a:ext>
            </a:extLst>
          </p:cNvPr>
          <p:cNvSpPr/>
          <p:nvPr/>
        </p:nvSpPr>
        <p:spPr>
          <a:xfrm>
            <a:off x="9589229" y="1704113"/>
            <a:ext cx="2246791" cy="1008112"/>
          </a:xfrm>
          <a:prstGeom prst="roundRect">
            <a:avLst>
              <a:gd name="adj" fmla="val 4880"/>
            </a:avLst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포인트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P2</a:t>
            </a:r>
          </a:p>
          <a:p>
            <a:pPr algn="just"/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함침율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97.54%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F199CCC-18BA-9AA2-8127-5C174D7FB92B}"/>
              </a:ext>
            </a:extLst>
          </p:cNvPr>
          <p:cNvSpPr/>
          <p:nvPr/>
        </p:nvSpPr>
        <p:spPr>
          <a:xfrm>
            <a:off x="9589229" y="2898549"/>
            <a:ext cx="2246791" cy="1008112"/>
          </a:xfrm>
          <a:prstGeom prst="roundRect">
            <a:avLst>
              <a:gd name="adj" fmla="val 4880"/>
            </a:avLst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포인트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P3</a:t>
            </a:r>
          </a:p>
          <a:p>
            <a:pPr algn="just"/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함침율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96.88%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9C6EE81-220D-4D0A-926F-8C7F7109ABE8}"/>
              </a:ext>
            </a:extLst>
          </p:cNvPr>
          <p:cNvSpPr/>
          <p:nvPr/>
        </p:nvSpPr>
        <p:spPr>
          <a:xfrm>
            <a:off x="263351" y="3233863"/>
            <a:ext cx="2192052" cy="921368"/>
          </a:xfrm>
          <a:prstGeom prst="roundRect">
            <a:avLst>
              <a:gd name="adj" fmla="val 4880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1A3A75D-8C87-E74E-E785-9F5F9C175EA9}"/>
              </a:ext>
            </a:extLst>
          </p:cNvPr>
          <p:cNvSpPr/>
          <p:nvPr/>
        </p:nvSpPr>
        <p:spPr>
          <a:xfrm>
            <a:off x="2783632" y="142605"/>
            <a:ext cx="2592288" cy="360040"/>
          </a:xfrm>
          <a:prstGeom prst="roundRect">
            <a:avLst>
              <a:gd name="adj" fmla="val 488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측정 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오버뷰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3542550-E6BC-29BF-B286-1BD2E39BEBD8}"/>
              </a:ext>
            </a:extLst>
          </p:cNvPr>
          <p:cNvSpPr/>
          <p:nvPr/>
        </p:nvSpPr>
        <p:spPr>
          <a:xfrm>
            <a:off x="371723" y="136424"/>
            <a:ext cx="1639919" cy="360040"/>
          </a:xfrm>
          <a:prstGeom prst="roundRect">
            <a:avLst>
              <a:gd name="adj" fmla="val 488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촬영 이미지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710AEFB-E2D2-AF8B-2B1C-964B1FB93851}"/>
              </a:ext>
            </a:extLst>
          </p:cNvPr>
          <p:cNvSpPr/>
          <p:nvPr/>
        </p:nvSpPr>
        <p:spPr>
          <a:xfrm>
            <a:off x="364527" y="3211240"/>
            <a:ext cx="1647115" cy="360040"/>
          </a:xfrm>
          <a:prstGeom prst="roundRect">
            <a:avLst>
              <a:gd name="adj" fmla="val 488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조명조작패널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8FA650FF-5819-5016-9037-DF22467FFB2D}"/>
              </a:ext>
            </a:extLst>
          </p:cNvPr>
          <p:cNvGrpSpPr/>
          <p:nvPr/>
        </p:nvGrpSpPr>
        <p:grpSpPr>
          <a:xfrm>
            <a:off x="258057" y="4242566"/>
            <a:ext cx="2192052" cy="1048116"/>
            <a:chOff x="263352" y="5217760"/>
            <a:chExt cx="2192052" cy="1048116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AE12F2F3-B6B2-23B3-2F81-3128FFF38802}"/>
                </a:ext>
              </a:extLst>
            </p:cNvPr>
            <p:cNvSpPr/>
            <p:nvPr/>
          </p:nvSpPr>
          <p:spPr>
            <a:xfrm>
              <a:off x="263352" y="5344508"/>
              <a:ext cx="2192052" cy="921368"/>
            </a:xfrm>
            <a:prstGeom prst="roundRect">
              <a:avLst>
                <a:gd name="adj" fmla="val 4880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8842A824-ED3D-B887-8271-C08E4327A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9949" b="44744"/>
            <a:stretch>
              <a:fillRect/>
            </a:stretch>
          </p:blipFill>
          <p:spPr>
            <a:xfrm>
              <a:off x="354599" y="5631941"/>
              <a:ext cx="2027761" cy="547242"/>
            </a:xfrm>
            <a:prstGeom prst="rect">
              <a:avLst/>
            </a:prstGeom>
          </p:spPr>
        </p:pic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921DD647-FB2A-3192-DD5D-79D6878004E7}"/>
                </a:ext>
              </a:extLst>
            </p:cNvPr>
            <p:cNvSpPr/>
            <p:nvPr/>
          </p:nvSpPr>
          <p:spPr>
            <a:xfrm>
              <a:off x="345497" y="5217760"/>
              <a:ext cx="1639919" cy="360040"/>
            </a:xfrm>
            <a:prstGeom prst="roundRect">
              <a:avLst>
                <a:gd name="adj" fmla="val 488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신뢰도 조절</a:t>
              </a:r>
            </a:p>
          </p:txBody>
        </p:sp>
      </p:grp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839F8F0-C544-D284-13A1-C9CC8D227C9A}"/>
              </a:ext>
            </a:extLst>
          </p:cNvPr>
          <p:cNvSpPr/>
          <p:nvPr/>
        </p:nvSpPr>
        <p:spPr>
          <a:xfrm>
            <a:off x="9569966" y="4072937"/>
            <a:ext cx="2246791" cy="1008112"/>
          </a:xfrm>
          <a:prstGeom prst="roundRect">
            <a:avLst>
              <a:gd name="adj" fmla="val 4880"/>
            </a:avLst>
          </a:prstGeom>
          <a:solidFill>
            <a:schemeClr val="bg1"/>
          </a:solidFill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just"/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전체 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함침율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/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just"/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평균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97.25%</a:t>
            </a:r>
          </a:p>
          <a:p>
            <a:pPr algn="just"/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최소최대 차이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0.66%p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421C06DE-148D-59DA-FDF4-90D95BB3BE9D}"/>
              </a:ext>
            </a:extLst>
          </p:cNvPr>
          <p:cNvGrpSpPr/>
          <p:nvPr/>
        </p:nvGrpSpPr>
        <p:grpSpPr>
          <a:xfrm>
            <a:off x="375211" y="3645024"/>
            <a:ext cx="2027761" cy="462868"/>
            <a:chOff x="375211" y="3691584"/>
            <a:chExt cx="2027761" cy="462868"/>
          </a:xfrm>
        </p:grpSpPr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8BCA712C-9F2A-6E4D-94BC-1ABAFF0CD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44848"/>
            <a:stretch>
              <a:fillRect/>
            </a:stretch>
          </p:blipFill>
          <p:spPr>
            <a:xfrm>
              <a:off x="375211" y="3691584"/>
              <a:ext cx="2027761" cy="462868"/>
            </a:xfrm>
            <a:prstGeom prst="rect">
              <a:avLst/>
            </a:prstGeom>
          </p:spPr>
        </p:pic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E779F664-3313-F84F-9BF5-EA971BCC3EF4}"/>
                </a:ext>
              </a:extLst>
            </p:cNvPr>
            <p:cNvSpPr/>
            <p:nvPr/>
          </p:nvSpPr>
          <p:spPr>
            <a:xfrm>
              <a:off x="426525" y="3736570"/>
              <a:ext cx="936104" cy="216024"/>
            </a:xfrm>
            <a:prstGeom prst="roundRect">
              <a:avLst>
                <a:gd name="adj" fmla="val 488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LED </a:t>
              </a:r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밝기</a:t>
              </a:r>
            </a:p>
          </p:txBody>
        </p: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E55F9DF2-3875-BC0B-CEBA-23A20716943D}"/>
              </a:ext>
            </a:extLst>
          </p:cNvPr>
          <p:cNvSpPr/>
          <p:nvPr/>
        </p:nvSpPr>
        <p:spPr>
          <a:xfrm>
            <a:off x="9624392" y="136424"/>
            <a:ext cx="1440160" cy="360040"/>
          </a:xfrm>
          <a:prstGeom prst="roundRect">
            <a:avLst>
              <a:gd name="adj" fmla="val 488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Summary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172A5381-A7B8-BB0D-7DB9-935F0267F1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903"/>
          <a:stretch>
            <a:fillRect/>
          </a:stretch>
        </p:blipFill>
        <p:spPr>
          <a:xfrm>
            <a:off x="9542914" y="5800083"/>
            <a:ext cx="2339419" cy="437229"/>
          </a:xfrm>
          <a:prstGeom prst="rect">
            <a:avLst/>
          </a:prstGeom>
        </p:spPr>
      </p:pic>
      <p:grpSp>
        <p:nvGrpSpPr>
          <p:cNvPr id="57" name="그룹 56">
            <a:extLst>
              <a:ext uri="{FF2B5EF4-FFF2-40B4-BE49-F238E27FC236}">
                <a16:creationId xmlns:a16="http://schemas.microsoft.com/office/drawing/2014/main" id="{5CBFFA37-E830-5243-1BF8-20CB5F5DE014}"/>
              </a:ext>
            </a:extLst>
          </p:cNvPr>
          <p:cNvGrpSpPr/>
          <p:nvPr/>
        </p:nvGrpSpPr>
        <p:grpSpPr>
          <a:xfrm>
            <a:off x="250626" y="5355926"/>
            <a:ext cx="2192052" cy="1163102"/>
            <a:chOff x="263352" y="5217760"/>
            <a:chExt cx="2192052" cy="1163102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A3E6F6B8-9CB5-6775-2016-48C0D8F21CE9}"/>
                </a:ext>
              </a:extLst>
            </p:cNvPr>
            <p:cNvSpPr/>
            <p:nvPr/>
          </p:nvSpPr>
          <p:spPr>
            <a:xfrm>
              <a:off x="263352" y="5344508"/>
              <a:ext cx="2192052" cy="1036354"/>
            </a:xfrm>
            <a:prstGeom prst="roundRect">
              <a:avLst>
                <a:gd name="adj" fmla="val 4880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781437E5-4031-1421-1E92-13068258E66E}"/>
                </a:ext>
              </a:extLst>
            </p:cNvPr>
            <p:cNvSpPr/>
            <p:nvPr/>
          </p:nvSpPr>
          <p:spPr>
            <a:xfrm>
              <a:off x="345497" y="5217760"/>
              <a:ext cx="1639919" cy="360040"/>
            </a:xfrm>
            <a:prstGeom prst="roundRect">
              <a:avLst>
                <a:gd name="adj" fmla="val 488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시스템상태패널</a:t>
              </a:r>
            </a:p>
          </p:txBody>
        </p:sp>
      </p:grpSp>
      <p:pic>
        <p:nvPicPr>
          <p:cNvPr id="62" name="그림 61">
            <a:extLst>
              <a:ext uri="{FF2B5EF4-FFF2-40B4-BE49-F238E27FC236}">
                <a16:creationId xmlns:a16="http://schemas.microsoft.com/office/drawing/2014/main" id="{EE46684A-1527-24AC-7446-9FBC39AB76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527" y="5842714"/>
            <a:ext cx="1895740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509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41</Words>
  <Application>Microsoft Office PowerPoint</Application>
  <PresentationFormat>와이드스크린</PresentationFormat>
  <Paragraphs>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Yutak Seo</dc:creator>
  <cp:lastModifiedBy>Yutak Seo</cp:lastModifiedBy>
  <cp:revision>39</cp:revision>
  <dcterms:created xsi:type="dcterms:W3CDTF">2026-10-08T07:10:03Z</dcterms:created>
  <dcterms:modified xsi:type="dcterms:W3CDTF">2026-10-08T07:40:21Z</dcterms:modified>
</cp:coreProperties>
</file>